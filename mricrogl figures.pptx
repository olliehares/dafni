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6" r:id="rId3"/>
    <p:sldId id="257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429F17-05EF-CBDA-99C2-54ACA895798F}" v="474" dt="2026-03-30T14:46:47.8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er Hares" userId="S::pmyoh2@nottingham.ac.uk::fb595d3b-b4d3-4ed4-9533-cb7755878851" providerId="AD" clId="Web-{92429F17-05EF-CBDA-99C2-54ACA895798F}"/>
    <pc:docChg chg="addSld delSld modSld sldOrd">
      <pc:chgData name="Oliver Hares" userId="S::pmyoh2@nottingham.ac.uk::fb595d3b-b4d3-4ed4-9533-cb7755878851" providerId="AD" clId="Web-{92429F17-05EF-CBDA-99C2-54ACA895798F}" dt="2026-03-30T14:46:47.886" v="427"/>
      <pc:docMkLst>
        <pc:docMk/>
      </pc:docMkLst>
      <pc:sldChg chg="addSp delSp modSp new ord">
        <pc:chgData name="Oliver Hares" userId="S::pmyoh2@nottingham.ac.uk::fb595d3b-b4d3-4ed4-9533-cb7755878851" providerId="AD" clId="Web-{92429F17-05EF-CBDA-99C2-54ACA895798F}" dt="2026-03-30T14:46:47.886" v="427"/>
        <pc:sldMkLst>
          <pc:docMk/>
          <pc:sldMk cId="106748874" sldId="259"/>
        </pc:sldMkLst>
        <pc:spChg chg="add mod">
          <ac:chgData name="Oliver Hares" userId="S::pmyoh2@nottingham.ac.uk::fb595d3b-b4d3-4ed4-9533-cb7755878851" providerId="AD" clId="Web-{92429F17-05EF-CBDA-99C2-54ACA895798F}" dt="2026-03-27T14:27:29.656" v="365" actId="1076"/>
          <ac:spMkLst>
            <pc:docMk/>
            <pc:sldMk cId="106748874" sldId="259"/>
            <ac:spMk id="3" creationId="{328EBC40-1912-45F8-D6EA-F2FCCB1AC935}"/>
          </ac:spMkLst>
        </pc:spChg>
        <pc:spChg chg="add mod">
          <ac:chgData name="Oliver Hares" userId="S::pmyoh2@nottingham.ac.uk::fb595d3b-b4d3-4ed4-9533-cb7755878851" providerId="AD" clId="Web-{92429F17-05EF-CBDA-99C2-54ACA895798F}" dt="2026-03-27T14:27:29.672" v="367" actId="1076"/>
          <ac:spMkLst>
            <pc:docMk/>
            <pc:sldMk cId="106748874" sldId="259"/>
            <ac:spMk id="4" creationId="{473AF0B8-D78E-3B86-753E-FB9C30D80A78}"/>
          </ac:spMkLst>
        </pc:spChg>
        <pc:spChg chg="add mod">
          <ac:chgData name="Oliver Hares" userId="S::pmyoh2@nottingham.ac.uk::fb595d3b-b4d3-4ed4-9533-cb7755878851" providerId="AD" clId="Web-{92429F17-05EF-CBDA-99C2-54ACA895798F}" dt="2026-03-27T14:27:29.687" v="369" actId="1076"/>
          <ac:spMkLst>
            <pc:docMk/>
            <pc:sldMk cId="106748874" sldId="259"/>
            <ac:spMk id="5" creationId="{D3D853F5-4819-56D3-92F7-E1858B17AD41}"/>
          </ac:spMkLst>
        </pc:spChg>
        <pc:spChg chg="add mod">
          <ac:chgData name="Oliver Hares" userId="S::pmyoh2@nottingham.ac.uk::fb595d3b-b4d3-4ed4-9533-cb7755878851" providerId="AD" clId="Web-{92429F17-05EF-CBDA-99C2-54ACA895798F}" dt="2026-03-27T14:27:29.703" v="371" actId="1076"/>
          <ac:spMkLst>
            <pc:docMk/>
            <pc:sldMk cId="106748874" sldId="259"/>
            <ac:spMk id="6" creationId="{507F6841-9E7A-4D9D-767C-6DB7E109C520}"/>
          </ac:spMkLst>
        </pc:spChg>
        <pc:spChg chg="add mod ord">
          <ac:chgData name="Oliver Hares" userId="S::pmyoh2@nottingham.ac.uk::fb595d3b-b4d3-4ed4-9533-cb7755878851" providerId="AD" clId="Web-{92429F17-05EF-CBDA-99C2-54ACA895798F}" dt="2026-03-27T14:27:29.672" v="366" actId="1076"/>
          <ac:spMkLst>
            <pc:docMk/>
            <pc:sldMk cId="106748874" sldId="259"/>
            <ac:spMk id="10" creationId="{D5F50C6E-64BC-5987-5C7F-68C3F3B725AE}"/>
          </ac:spMkLst>
        </pc:spChg>
        <pc:spChg chg="add mod ord">
          <ac:chgData name="Oliver Hares" userId="S::pmyoh2@nottingham.ac.uk::fb595d3b-b4d3-4ed4-9533-cb7755878851" providerId="AD" clId="Web-{92429F17-05EF-CBDA-99C2-54ACA895798F}" dt="2026-03-27T14:27:29.687" v="370" actId="1076"/>
          <ac:spMkLst>
            <pc:docMk/>
            <pc:sldMk cId="106748874" sldId="259"/>
            <ac:spMk id="11" creationId="{3A29592E-E4EF-F367-C287-5C5D34373967}"/>
          </ac:spMkLst>
        </pc:spChg>
        <pc:spChg chg="add mod">
          <ac:chgData name="Oliver Hares" userId="S::pmyoh2@nottingham.ac.uk::fb595d3b-b4d3-4ed4-9533-cb7755878851" providerId="AD" clId="Web-{92429F17-05EF-CBDA-99C2-54ACA895798F}" dt="2026-03-27T14:17:03.057" v="322" actId="1076"/>
          <ac:spMkLst>
            <pc:docMk/>
            <pc:sldMk cId="106748874" sldId="259"/>
            <ac:spMk id="26" creationId="{63D4071A-A0E4-9812-3191-9B841D0305A4}"/>
          </ac:spMkLst>
        </pc:spChg>
        <pc:spChg chg="add mod">
          <ac:chgData name="Oliver Hares" userId="S::pmyoh2@nottingham.ac.uk::fb595d3b-b4d3-4ed4-9533-cb7755878851" providerId="AD" clId="Web-{92429F17-05EF-CBDA-99C2-54ACA895798F}" dt="2026-03-27T14:17:24.901" v="327" actId="1076"/>
          <ac:spMkLst>
            <pc:docMk/>
            <pc:sldMk cId="106748874" sldId="259"/>
            <ac:spMk id="29" creationId="{20026BDC-232E-CC9E-0010-179087455148}"/>
          </ac:spMkLst>
        </pc:spChg>
        <pc:spChg chg="add mod">
          <ac:chgData name="Oliver Hares" userId="S::pmyoh2@nottingham.ac.uk::fb595d3b-b4d3-4ed4-9533-cb7755878851" providerId="AD" clId="Web-{92429F17-05EF-CBDA-99C2-54ACA895798F}" dt="2026-03-27T14:24:25.276" v="352" actId="1076"/>
          <ac:spMkLst>
            <pc:docMk/>
            <pc:sldMk cId="106748874" sldId="259"/>
            <ac:spMk id="30" creationId="{24480B65-35C2-7188-BC90-BB126FBC9BE1}"/>
          </ac:spMkLst>
        </pc:spChg>
        <pc:spChg chg="add mod">
          <ac:chgData name="Oliver Hares" userId="S::pmyoh2@nottingham.ac.uk::fb595d3b-b4d3-4ed4-9533-cb7755878851" providerId="AD" clId="Web-{92429F17-05EF-CBDA-99C2-54ACA895798F}" dt="2026-03-27T14:24:20.432" v="351" actId="1076"/>
          <ac:spMkLst>
            <pc:docMk/>
            <pc:sldMk cId="106748874" sldId="259"/>
            <ac:spMk id="32" creationId="{4E401872-8F66-F6EB-AA89-2265F5FBA949}"/>
          </ac:spMkLst>
        </pc:spChg>
        <pc:spChg chg="add mod">
          <ac:chgData name="Oliver Hares" userId="S::pmyoh2@nottingham.ac.uk::fb595d3b-b4d3-4ed4-9533-cb7755878851" providerId="AD" clId="Web-{92429F17-05EF-CBDA-99C2-54ACA895798F}" dt="2026-03-27T14:32:35.660" v="414" actId="1076"/>
          <ac:spMkLst>
            <pc:docMk/>
            <pc:sldMk cId="106748874" sldId="259"/>
            <ac:spMk id="36" creationId="{F81F99F2-ED43-5425-8B45-C3349C73439A}"/>
          </ac:spMkLst>
        </pc:spChg>
        <pc:spChg chg="add mod">
          <ac:chgData name="Oliver Hares" userId="S::pmyoh2@nottingham.ac.uk::fb595d3b-b4d3-4ed4-9533-cb7755878851" providerId="AD" clId="Web-{92429F17-05EF-CBDA-99C2-54ACA895798F}" dt="2026-03-27T14:34:05.864" v="423" actId="1076"/>
          <ac:spMkLst>
            <pc:docMk/>
            <pc:sldMk cId="106748874" sldId="259"/>
            <ac:spMk id="37" creationId="{B2998C3E-AA1B-AA3A-4B4F-6BDCBE68FE15}"/>
          </ac:spMkLst>
        </pc:spChg>
        <pc:picChg chg="add mod ord">
          <ac:chgData name="Oliver Hares" userId="S::pmyoh2@nottingham.ac.uk::fb595d3b-b4d3-4ed4-9533-cb7755878851" providerId="AD" clId="Web-{92429F17-05EF-CBDA-99C2-54ACA895798F}" dt="2026-03-27T14:27:29.687" v="368" actId="1076"/>
          <ac:picMkLst>
            <pc:docMk/>
            <pc:sldMk cId="106748874" sldId="259"/>
            <ac:picMk id="16" creationId="{A417C478-65A8-335B-7E12-9E1EA67D659C}"/>
          </ac:picMkLst>
        </pc:picChg>
        <pc:picChg chg="add mod ord">
          <ac:chgData name="Oliver Hares" userId="S::pmyoh2@nottingham.ac.uk::fb595d3b-b4d3-4ed4-9533-cb7755878851" providerId="AD" clId="Web-{92429F17-05EF-CBDA-99C2-54ACA895798F}" dt="2026-03-27T14:27:29.703" v="372" actId="1076"/>
          <ac:picMkLst>
            <pc:docMk/>
            <pc:sldMk cId="106748874" sldId="259"/>
            <ac:picMk id="17" creationId="{C63A05C9-C8B7-FEAE-3390-E8BA9C46AD7E}"/>
          </ac:picMkLst>
        </pc:picChg>
        <pc:picChg chg="add mod">
          <ac:chgData name="Oliver Hares" userId="S::pmyoh2@nottingham.ac.uk::fb595d3b-b4d3-4ed4-9533-cb7755878851" providerId="AD" clId="Web-{92429F17-05EF-CBDA-99C2-54ACA895798F}" dt="2026-03-27T14:22:37.444" v="329" actId="1076"/>
          <ac:picMkLst>
            <pc:docMk/>
            <pc:sldMk cId="106748874" sldId="259"/>
            <ac:picMk id="20" creationId="{41397FBE-27AA-D466-75E0-EC2B13ECE8F0}"/>
          </ac:picMkLst>
        </pc:picChg>
        <pc:picChg chg="add mod">
          <ac:chgData name="Oliver Hares" userId="S::pmyoh2@nottingham.ac.uk::fb595d3b-b4d3-4ed4-9533-cb7755878851" providerId="AD" clId="Web-{92429F17-05EF-CBDA-99C2-54ACA895798F}" dt="2026-03-27T14:22:37.460" v="330" actId="1076"/>
          <ac:picMkLst>
            <pc:docMk/>
            <pc:sldMk cId="106748874" sldId="259"/>
            <ac:picMk id="21" creationId="{31D89566-C142-9435-986B-59B4A9612288}"/>
          </ac:picMkLst>
        </pc:picChg>
        <pc:picChg chg="add mod">
          <ac:chgData name="Oliver Hares" userId="S::pmyoh2@nottingham.ac.uk::fb595d3b-b4d3-4ed4-9533-cb7755878851" providerId="AD" clId="Web-{92429F17-05EF-CBDA-99C2-54ACA895798F}" dt="2026-03-27T14:22:37.475" v="331" actId="1076"/>
          <ac:picMkLst>
            <pc:docMk/>
            <pc:sldMk cId="106748874" sldId="259"/>
            <ac:picMk id="22" creationId="{E1B003EF-5F31-5309-AA9D-A599437BA74B}"/>
          </ac:picMkLst>
        </pc:picChg>
        <pc:picChg chg="add mod">
          <ac:chgData name="Oliver Hares" userId="S::pmyoh2@nottingham.ac.uk::fb595d3b-b4d3-4ed4-9533-cb7755878851" providerId="AD" clId="Web-{92429F17-05EF-CBDA-99C2-54ACA895798F}" dt="2026-03-27T14:16:47.244" v="316" actId="1076"/>
          <ac:picMkLst>
            <pc:docMk/>
            <pc:sldMk cId="106748874" sldId="259"/>
            <ac:picMk id="23" creationId="{A1EC74BC-BF93-9D7B-1804-D99995328270}"/>
          </ac:picMkLst>
        </pc:picChg>
        <pc:picChg chg="add mod">
          <ac:chgData name="Oliver Hares" userId="S::pmyoh2@nottingham.ac.uk::fb595d3b-b4d3-4ed4-9533-cb7755878851" providerId="AD" clId="Web-{92429F17-05EF-CBDA-99C2-54ACA895798F}" dt="2026-03-27T14:16:47.259" v="317" actId="1076"/>
          <ac:picMkLst>
            <pc:docMk/>
            <pc:sldMk cId="106748874" sldId="259"/>
            <ac:picMk id="24" creationId="{F36A54B5-49A6-0CBE-D03F-9B2F1BCD5E4C}"/>
          </ac:picMkLst>
        </pc:picChg>
        <pc:picChg chg="add mod">
          <ac:chgData name="Oliver Hares" userId="S::pmyoh2@nottingham.ac.uk::fb595d3b-b4d3-4ed4-9533-cb7755878851" providerId="AD" clId="Web-{92429F17-05EF-CBDA-99C2-54ACA895798F}" dt="2026-03-27T14:16:47.259" v="318" actId="1076"/>
          <ac:picMkLst>
            <pc:docMk/>
            <pc:sldMk cId="106748874" sldId="259"/>
            <ac:picMk id="25" creationId="{E9C032F1-BB7B-046F-2DDC-62025DEF15CD}"/>
          </ac:picMkLst>
        </pc:picChg>
        <pc:cxnChg chg="add mod">
          <ac:chgData name="Oliver Hares" userId="S::pmyoh2@nottingham.ac.uk::fb595d3b-b4d3-4ed4-9533-cb7755878851" providerId="AD" clId="Web-{92429F17-05EF-CBDA-99C2-54ACA895798F}" dt="2026-03-27T14:30:29.628" v="388" actId="14100"/>
          <ac:cxnSpMkLst>
            <pc:docMk/>
            <pc:sldMk cId="106748874" sldId="259"/>
            <ac:cxnSpMk id="33" creationId="{5E36D8CC-14C0-F282-AEEE-C709738B5CEA}"/>
          </ac:cxnSpMkLst>
        </pc:cxnChg>
        <pc:cxnChg chg="add mod">
          <ac:chgData name="Oliver Hares" userId="S::pmyoh2@nottingham.ac.uk::fb595d3b-b4d3-4ed4-9533-cb7755878851" providerId="AD" clId="Web-{92429F17-05EF-CBDA-99C2-54ACA895798F}" dt="2026-03-27T14:33:38.473" v="418" actId="1076"/>
          <ac:cxnSpMkLst>
            <pc:docMk/>
            <pc:sldMk cId="106748874" sldId="259"/>
            <ac:cxnSpMk id="35" creationId="{8CEAEF3A-5D5B-E16F-73D9-FD179B560248}"/>
          </ac:cxnSpMkLst>
        </pc:cxnChg>
      </pc:sldChg>
      <pc:sldChg chg="addSp modSp new">
        <pc:chgData name="Oliver Hares" userId="S::pmyoh2@nottingham.ac.uk::fb595d3b-b4d3-4ed4-9533-cb7755878851" providerId="AD" clId="Web-{92429F17-05EF-CBDA-99C2-54ACA895798F}" dt="2026-03-27T15:01:10.826" v="426"/>
        <pc:sldMkLst>
          <pc:docMk/>
          <pc:sldMk cId="3850004790" sldId="260"/>
        </pc:sldMkLst>
        <pc:picChg chg="add mod">
          <ac:chgData name="Oliver Hares" userId="S::pmyoh2@nottingham.ac.uk::fb595d3b-b4d3-4ed4-9533-cb7755878851" providerId="AD" clId="Web-{92429F17-05EF-CBDA-99C2-54ACA895798F}" dt="2026-03-27T15:01:10.826" v="426"/>
          <ac:picMkLst>
            <pc:docMk/>
            <pc:sldMk cId="3850004790" sldId="260"/>
            <ac:picMk id="2" creationId="{E908C30B-0ACB-8538-22DF-9A1D128F956E}"/>
          </ac:picMkLst>
        </pc:picChg>
      </pc:sldChg>
    </pc:docChg>
  </pc:docChgLst>
  <pc:docChgLst>
    <pc:chgData name="Oliver Hares" userId="S::pmyoh2@nottingham.ac.uk::fb595d3b-b4d3-4ed4-9533-cb7755878851" providerId="AD" clId="Web-{E6F8B2DD-6BA1-DAB1-8DD5-6A6527B9B43F}"/>
    <pc:docChg chg="modSld">
      <pc:chgData name="Oliver Hares" userId="S::pmyoh2@nottingham.ac.uk::fb595d3b-b4d3-4ed4-9533-cb7755878851" providerId="AD" clId="Web-{E6F8B2DD-6BA1-DAB1-8DD5-6A6527B9B43F}" dt="2026-03-27T17:30:38.043" v="0"/>
      <pc:docMkLst>
        <pc:docMk/>
      </pc:docMkLst>
      <pc:sldChg chg="addSp modSp">
        <pc:chgData name="Oliver Hares" userId="S::pmyoh2@nottingham.ac.uk::fb595d3b-b4d3-4ed4-9533-cb7755878851" providerId="AD" clId="Web-{E6F8B2DD-6BA1-DAB1-8DD5-6A6527B9B43F}" dt="2026-03-27T17:30:38.043" v="0"/>
        <pc:sldMkLst>
          <pc:docMk/>
          <pc:sldMk cId="3850004790" sldId="260"/>
        </pc:sldMkLst>
        <pc:picChg chg="add mod">
          <ac:chgData name="Oliver Hares" userId="S::pmyoh2@nottingham.ac.uk::fb595d3b-b4d3-4ed4-9533-cb7755878851" providerId="AD" clId="Web-{E6F8B2DD-6BA1-DAB1-8DD5-6A6527B9B43F}" dt="2026-03-27T17:30:38.043" v="0"/>
          <ac:picMkLst>
            <pc:docMk/>
            <pc:sldMk cId="3850004790" sldId="260"/>
            <ac:picMk id="3" creationId="{7EB1BB75-41CE-C6C5-D5E8-3B455B64FFCE}"/>
          </ac:picMkLst>
        </pc:picChg>
      </pc:sldChg>
    </pc:docChg>
  </pc:docChgLst>
  <pc:docChgLst>
    <pc:chgData name="Oliver Hares" userId="S::pmyoh2@nottingham.ac.uk::fb595d3b-b4d3-4ed4-9533-cb7755878851" providerId="AD" clId="Web-{109A214E-1197-EF78-D076-93B123D67D80}"/>
    <pc:docChg chg="modSld">
      <pc:chgData name="Oliver Hares" userId="S::pmyoh2@nottingham.ac.uk::fb595d3b-b4d3-4ed4-9533-cb7755878851" providerId="AD" clId="Web-{109A214E-1197-EF78-D076-93B123D67D80}" dt="2026-03-23T16:16:00.150" v="1"/>
      <pc:docMkLst>
        <pc:docMk/>
      </pc:docMkLst>
    </pc:docChg>
  </pc:docChgLst>
  <pc:docChgLst>
    <pc:chgData clId="Web-{109A214E-1197-EF78-D076-93B123D67D80}"/>
    <pc:docChg chg="addSld">
      <pc:chgData name="" userId="" providerId="" clId="Web-{109A214E-1197-EF78-D076-93B123D67D80}" dt="2026-03-23T16:15:54.540" v="0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2A313-242C-FDEA-9BCC-95D660A70F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6AAFBB-B79F-518A-5D71-9D0E8BF8FE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CAB92-52C5-B8DA-2D6D-3F2D3F3CA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E21E7-C79E-D044-81F0-5CF74BE1347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F334D-7A21-A997-82BF-E45BB57A2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D4EA7-BA96-358A-E5F4-7EA601B68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D003-625D-794C-98CE-00AC81CCD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469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37382-8A9F-C84E-E2EA-80C13387A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DDFE6-E69F-A43A-C631-3BB237930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14624-05D7-01D6-4384-C4BA3B148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E21E7-C79E-D044-81F0-5CF74BE1347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5387B-C878-4FF3-5C97-62A9D2F41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86767-F8CA-34B4-3865-69F242935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D003-625D-794C-98CE-00AC81CCD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460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4C940-AAFF-BFC4-E4BD-F152C0308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AAD8D-13F1-C4D4-3B3A-E8330622E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8AED5-096C-C268-2576-5295600CC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E21E7-C79E-D044-81F0-5CF74BE1347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C8B40-546A-8A29-6B09-68AA5ACF8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7806A-FCAD-A061-E675-CF805CC24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D003-625D-794C-98CE-00AC81CCD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13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29E80-9A59-AD0D-4CD6-B97AB0A18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7A0F6-6EBF-54CD-D273-EF1010288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6288C-0B82-5C4D-E3EB-415A8822A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C7652-6DD8-1FF1-F339-D37628AE0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E21E7-C79E-D044-81F0-5CF74BE1347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525CB4-556E-D353-ED12-F048A68D6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BDBAE-C801-ABDD-B134-41E8FAF4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D003-625D-794C-98CE-00AC81CCD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202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A29B4-6399-BA4C-A001-154EE64E2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E68CFE-197D-9854-043F-A47CA692C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6E36C-10E5-A0B8-3ED6-FE71009BC4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5DE039-55C9-4571-13FF-338B28472F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1561CE-E750-A433-721D-68E02999A3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F2ABC0-353D-8F9E-94EF-2760F7A75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E21E7-C79E-D044-81F0-5CF74BE1347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60328B-1014-75CF-E72A-94B191511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AACFEB-94A4-0CA5-6ED0-9936C8F27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D003-625D-794C-98CE-00AC81CCD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362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6C794-ADA7-E9DC-A1EF-8ADA35711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D52A30-F9B2-DB94-A530-054597ED2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E21E7-C79E-D044-81F0-5CF74BE1347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CACA6C-F958-6878-C1CB-A62BC1128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60D6B6-C111-0BF5-E326-63D092562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D003-625D-794C-98CE-00AC81CCD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972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1DC050-DE1B-6177-A664-04F714485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E21E7-C79E-D044-81F0-5CF74BE1347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0712A3-9F80-C5E0-9A6D-74C5D76A1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00FA2-8272-99F4-3781-781192C4D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D003-625D-794C-98CE-00AC81CCD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28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C0B1A-409E-058F-08C3-032B8CB29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8C4B0-FAD3-D806-BA98-5DEE3CC91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976747-48DF-698A-2B30-ED7F070BB4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7B1D5-755D-6D4D-9E91-E19C2EBAE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E21E7-C79E-D044-81F0-5CF74BE1347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1F093E-43C0-CF6F-0FB7-F2F757CB8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BAC4B3-C386-6725-6CC6-E6BF937D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D003-625D-794C-98CE-00AC81CCD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634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D671C-35D4-8E12-3603-CBD733E8C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AA3ED-A4A0-0FDD-6F9A-AB66190D7B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D5C703-587C-D384-F751-1BC2232485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D77A1-25A1-60E3-BBB2-EEA638C92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E21E7-C79E-D044-81F0-5CF74BE1347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94FBB-BAF0-D391-1E69-8C1320659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D42B2-BE83-2FBD-85FF-E291E2B7C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D003-625D-794C-98CE-00AC81CCD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221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7D973-3444-8659-37F6-E0CC169A5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2FD1BC-1DE1-2ADA-8927-E6F67E7115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DE316-BE1B-599E-33E8-CBD908A0D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E21E7-C79E-D044-81F0-5CF74BE1347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34455-B531-2234-4120-0DAB128FB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52AAD-DD26-474F-888C-27710C75B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D003-625D-794C-98CE-00AC81CCD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932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1D95B0-1339-BE3E-47BF-26AC5E911F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13AC2D-C619-7186-BFED-C98A066F5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6AD69-E938-7610-2D7C-2288CFACE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E21E7-C79E-D044-81F0-5CF74BE1347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D41D4-2C54-0B0D-5F0D-B3AC0AFAC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59429-A2E1-0061-2610-700D48919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D003-625D-794C-98CE-00AC81CCD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47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4797A8-B9E1-B0B9-09D3-52098F8BF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57BAD-EB4A-552C-61B8-4D92D4555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2B907-B72A-9C4A-FEC4-7E60D63087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E21E7-C79E-D044-81F0-5CF74BE1347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99065-C07A-7EB3-FF83-D49834AB96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96D5E-5C69-B91B-227B-85A2BDEDFE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DED003-625D-794C-98CE-00AC81CCD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807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28EBC40-1912-45F8-D6EA-F2FCCB1AC935}"/>
              </a:ext>
            </a:extLst>
          </p:cNvPr>
          <p:cNvSpPr/>
          <p:nvPr/>
        </p:nvSpPr>
        <p:spPr>
          <a:xfrm>
            <a:off x="667695" y="1182705"/>
            <a:ext cx="1725228" cy="1656035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Plus Sign 9">
            <a:extLst>
              <a:ext uri="{FF2B5EF4-FFF2-40B4-BE49-F238E27FC236}">
                <a16:creationId xmlns:a16="http://schemas.microsoft.com/office/drawing/2014/main" id="{D5F50C6E-64BC-5987-5C7F-68C3F3B725AE}"/>
              </a:ext>
            </a:extLst>
          </p:cNvPr>
          <p:cNvSpPr/>
          <p:nvPr/>
        </p:nvSpPr>
        <p:spPr>
          <a:xfrm>
            <a:off x="1228102" y="1687273"/>
            <a:ext cx="703244" cy="713682"/>
          </a:xfrm>
          <a:prstGeom prst="mathPlu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3AF0B8-D78E-3B86-753E-FB9C30D80A78}"/>
              </a:ext>
            </a:extLst>
          </p:cNvPr>
          <p:cNvSpPr/>
          <p:nvPr/>
        </p:nvSpPr>
        <p:spPr>
          <a:xfrm>
            <a:off x="1620194" y="1987037"/>
            <a:ext cx="1725228" cy="1656035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 descr="A person with short hair&#10;&#10;AI-generated content may be incorrect.">
            <a:extLst>
              <a:ext uri="{FF2B5EF4-FFF2-40B4-BE49-F238E27FC236}">
                <a16:creationId xmlns:a16="http://schemas.microsoft.com/office/drawing/2014/main" id="{A417C478-65A8-335B-7E12-9E1EA67D6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174" y="2263044"/>
            <a:ext cx="1175335" cy="110650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3D853F5-4819-56D3-92F7-E1858B17AD41}"/>
              </a:ext>
            </a:extLst>
          </p:cNvPr>
          <p:cNvSpPr/>
          <p:nvPr/>
        </p:nvSpPr>
        <p:spPr>
          <a:xfrm>
            <a:off x="2562112" y="2960705"/>
            <a:ext cx="1725228" cy="1656035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3A29592E-E4EF-F367-C287-5C5D34373967}"/>
              </a:ext>
            </a:extLst>
          </p:cNvPr>
          <p:cNvSpPr/>
          <p:nvPr/>
        </p:nvSpPr>
        <p:spPr>
          <a:xfrm>
            <a:off x="3122519" y="3465274"/>
            <a:ext cx="703244" cy="713682"/>
          </a:xfrm>
          <a:prstGeom prst="mathPlu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7F6841-9E7A-4D9D-767C-6DB7E109C520}"/>
              </a:ext>
            </a:extLst>
          </p:cNvPr>
          <p:cNvSpPr/>
          <p:nvPr/>
        </p:nvSpPr>
        <p:spPr>
          <a:xfrm>
            <a:off x="3514611" y="3849704"/>
            <a:ext cx="1725228" cy="1656035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Picture 16" descr="A globe with a black background&#10;&#10;AI-generated content may be incorrect.">
            <a:extLst>
              <a:ext uri="{FF2B5EF4-FFF2-40B4-BE49-F238E27FC236}">
                <a16:creationId xmlns:a16="http://schemas.microsoft.com/office/drawing/2014/main" id="{C63A05C9-C8B7-FEAE-3390-E8BA9C46A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8020" y="4287563"/>
            <a:ext cx="983667" cy="856595"/>
          </a:xfrm>
          <a:prstGeom prst="rect">
            <a:avLst/>
          </a:prstGeom>
        </p:spPr>
      </p:pic>
      <p:pic>
        <p:nvPicPr>
          <p:cNvPr id="20" name="Picture 19" descr="A hot air balloon in the sky&#10;&#10;AI-generated content may be incorrect.">
            <a:extLst>
              <a:ext uri="{FF2B5EF4-FFF2-40B4-BE49-F238E27FC236}">
                <a16:creationId xmlns:a16="http://schemas.microsoft.com/office/drawing/2014/main" id="{41397FBE-27AA-D466-75E0-EC2B13ECE8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9296" y="3875690"/>
            <a:ext cx="1460938" cy="1460938"/>
          </a:xfrm>
          <a:prstGeom prst="rect">
            <a:avLst/>
          </a:prstGeom>
        </p:spPr>
      </p:pic>
      <p:pic>
        <p:nvPicPr>
          <p:cNvPr id="21" name="Picture 20" descr="A close-up of a cone&#10;&#10;AI-generated content may be incorrect.">
            <a:extLst>
              <a:ext uri="{FF2B5EF4-FFF2-40B4-BE49-F238E27FC236}">
                <a16:creationId xmlns:a16="http://schemas.microsoft.com/office/drawing/2014/main" id="{31D89566-C142-9435-986B-59B4A96122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8358" y="3875691"/>
            <a:ext cx="1460938" cy="1460938"/>
          </a:xfrm>
          <a:prstGeom prst="rect">
            <a:avLst/>
          </a:prstGeom>
        </p:spPr>
      </p:pic>
      <p:pic>
        <p:nvPicPr>
          <p:cNvPr id="22" name="Picture 21" descr="A black piano with a white background&#10;&#10;AI-generated content may be incorrect.">
            <a:extLst>
              <a:ext uri="{FF2B5EF4-FFF2-40B4-BE49-F238E27FC236}">
                <a16:creationId xmlns:a16="http://schemas.microsoft.com/office/drawing/2014/main" id="{E1B003EF-5F31-5309-AA9D-A599437BA7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0234" y="3875691"/>
            <a:ext cx="1460938" cy="1460938"/>
          </a:xfrm>
          <a:prstGeom prst="rect">
            <a:avLst/>
          </a:prstGeom>
        </p:spPr>
      </p:pic>
      <p:pic>
        <p:nvPicPr>
          <p:cNvPr id="23" name="Picture 22" descr="A close-up of a person&amp;#39;s face&#10;&#10;AI-generated content may be incorrect.">
            <a:extLst>
              <a:ext uri="{FF2B5EF4-FFF2-40B4-BE49-F238E27FC236}">
                <a16:creationId xmlns:a16="http://schemas.microsoft.com/office/drawing/2014/main" id="{A1EC74BC-BF93-9D7B-1804-D999953282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3127" y="1807451"/>
            <a:ext cx="1451085" cy="1451085"/>
          </a:xfrm>
          <a:prstGeom prst="rect">
            <a:avLst/>
          </a:prstGeom>
        </p:spPr>
      </p:pic>
      <p:pic>
        <p:nvPicPr>
          <p:cNvPr id="24" name="Picture 23" descr="A close-up of a person&amp;#39;s face&#10;&#10;AI-generated content may be incorrect.">
            <a:extLst>
              <a:ext uri="{FF2B5EF4-FFF2-40B4-BE49-F238E27FC236}">
                <a16:creationId xmlns:a16="http://schemas.microsoft.com/office/drawing/2014/main" id="{F36A54B5-49A6-0CBE-D03F-9B2F1BCD5E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1679" y="1807451"/>
            <a:ext cx="1451085" cy="1451085"/>
          </a:xfrm>
          <a:prstGeom prst="rect">
            <a:avLst/>
          </a:prstGeom>
        </p:spPr>
      </p:pic>
      <p:pic>
        <p:nvPicPr>
          <p:cNvPr id="25" name="Picture 24" descr="A close-up of a person&amp;#39;s face&#10;&#10;AI-generated content may be incorrect.">
            <a:extLst>
              <a:ext uri="{FF2B5EF4-FFF2-40B4-BE49-F238E27FC236}">
                <a16:creationId xmlns:a16="http://schemas.microsoft.com/office/drawing/2014/main" id="{E9C032F1-BB7B-046F-2DDC-62025DEF15C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4575" y="1807451"/>
            <a:ext cx="1451085" cy="145108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3D4071A-A0E4-9812-3191-9B841D0305A4}"/>
              </a:ext>
            </a:extLst>
          </p:cNvPr>
          <p:cNvSpPr txBox="1"/>
          <p:nvPr/>
        </p:nvSpPr>
        <p:spPr>
          <a:xfrm>
            <a:off x="126722" y="229964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>
                <a:ea typeface="Calibri"/>
                <a:cs typeface="Calibri"/>
              </a:rPr>
              <a:t>a)</a:t>
            </a:r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026BDC-232E-CC9E-0010-179087455148}"/>
              </a:ext>
            </a:extLst>
          </p:cNvPr>
          <p:cNvSpPr txBox="1"/>
          <p:nvPr/>
        </p:nvSpPr>
        <p:spPr>
          <a:xfrm>
            <a:off x="6094935" y="22836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>
                <a:ea typeface="Calibri"/>
                <a:cs typeface="Calibri"/>
              </a:rPr>
              <a:t>b)</a:t>
            </a:r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480B65-35C2-7188-BC90-BB126FBC9BE1}"/>
              </a:ext>
            </a:extLst>
          </p:cNvPr>
          <p:cNvSpPr txBox="1"/>
          <p:nvPr/>
        </p:nvSpPr>
        <p:spPr>
          <a:xfrm>
            <a:off x="8706157" y="1344924"/>
            <a:ext cx="9669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>
                <a:ea typeface="Calibri"/>
                <a:cs typeface="Calibri"/>
              </a:rPr>
              <a:t>Faces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401872-8F66-F6EB-AA89-2265F5FBA949}"/>
              </a:ext>
            </a:extLst>
          </p:cNvPr>
          <p:cNvSpPr txBox="1"/>
          <p:nvPr/>
        </p:nvSpPr>
        <p:spPr>
          <a:xfrm>
            <a:off x="8743941" y="3466285"/>
            <a:ext cx="8933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>
                <a:ea typeface="Calibri"/>
                <a:cs typeface="Calibri"/>
              </a:rPr>
              <a:t>Objects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E36D8CC-14C0-F282-AEEE-C709738B5CEA}"/>
              </a:ext>
            </a:extLst>
          </p:cNvPr>
          <p:cNvCxnSpPr/>
          <p:nvPr/>
        </p:nvCxnSpPr>
        <p:spPr>
          <a:xfrm>
            <a:off x="2583901" y="1043479"/>
            <a:ext cx="2951109" cy="27645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CEAEF3A-5D5B-E16F-73D9-FD179B560248}"/>
              </a:ext>
            </a:extLst>
          </p:cNvPr>
          <p:cNvCxnSpPr/>
          <p:nvPr/>
        </p:nvCxnSpPr>
        <p:spPr>
          <a:xfrm>
            <a:off x="1916166" y="4293803"/>
            <a:ext cx="858894" cy="8280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81F99F2-ED43-5425-8B45-C3349C73439A}"/>
              </a:ext>
            </a:extLst>
          </p:cNvPr>
          <p:cNvSpPr txBox="1"/>
          <p:nvPr/>
        </p:nvSpPr>
        <p:spPr>
          <a:xfrm rot="2640000">
            <a:off x="3184306" y="2162176"/>
            <a:ext cx="223870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ea typeface="Calibri"/>
                <a:cs typeface="Calibri"/>
              </a:rPr>
              <a:t>1 block = 48 seconds</a:t>
            </a:r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2998C3E-AA1B-AA3A-4B4F-6BDCBE68FE15}"/>
              </a:ext>
            </a:extLst>
          </p:cNvPr>
          <p:cNvSpPr txBox="1"/>
          <p:nvPr/>
        </p:nvSpPr>
        <p:spPr>
          <a:xfrm rot="2700000">
            <a:off x="1560610" y="4731867"/>
            <a:ext cx="12980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ea typeface="Calibri"/>
                <a:cs typeface="Calibri"/>
              </a:rPr>
              <a:t>12 seconds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748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944C35-E1EE-81BB-3F8A-2B646F7B7B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43"/>
          <a:stretch>
            <a:fillRect/>
          </a:stretch>
        </p:blipFill>
        <p:spPr>
          <a:xfrm>
            <a:off x="2209800" y="1004433"/>
            <a:ext cx="7772400" cy="19198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9EFB0A-601F-1DB7-7591-B60FDD2B44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7912"/>
          <a:stretch>
            <a:fillRect/>
          </a:stretch>
        </p:blipFill>
        <p:spPr>
          <a:xfrm>
            <a:off x="1095156" y="300038"/>
            <a:ext cx="10001688" cy="7043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940A18-8FD1-9978-3C90-5C20E5CF34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744"/>
          <a:stretch>
            <a:fillRect/>
          </a:stretch>
        </p:blipFill>
        <p:spPr>
          <a:xfrm>
            <a:off x="2209800" y="2924331"/>
            <a:ext cx="7772400" cy="19198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CEB4FB-6EFB-8A53-98AB-7DBFBF86CB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527"/>
          <a:stretch>
            <a:fillRect/>
          </a:stretch>
        </p:blipFill>
        <p:spPr>
          <a:xfrm>
            <a:off x="2209800" y="4844230"/>
            <a:ext cx="7772400" cy="19199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66A206-50C8-12D5-3D60-E37DC77EDC6E}"/>
              </a:ext>
            </a:extLst>
          </p:cNvPr>
          <p:cNvSpPr txBox="1"/>
          <p:nvPr/>
        </p:nvSpPr>
        <p:spPr>
          <a:xfrm>
            <a:off x="1693801" y="1004432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7BD7A5-B3DA-E9AA-F294-DB0D8B05F6E2}"/>
              </a:ext>
            </a:extLst>
          </p:cNvPr>
          <p:cNvSpPr txBox="1"/>
          <p:nvPr/>
        </p:nvSpPr>
        <p:spPr>
          <a:xfrm>
            <a:off x="1688191" y="2924331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E78205-EA48-8B84-29F0-99A775A0CC61}"/>
              </a:ext>
            </a:extLst>
          </p:cNvPr>
          <p:cNvSpPr txBox="1"/>
          <p:nvPr/>
        </p:nvSpPr>
        <p:spPr>
          <a:xfrm>
            <a:off x="1688191" y="4844230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c)</a:t>
            </a:r>
          </a:p>
        </p:txBody>
      </p:sp>
    </p:spTree>
    <p:extLst>
      <p:ext uri="{BB962C8B-B14F-4D97-AF65-F5344CB8AC3E}">
        <p14:creationId xmlns:p14="http://schemas.microsoft.com/office/powerpoint/2010/main" val="1690387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6141B1-6338-DF21-7973-A9A980291C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848"/>
          <a:stretch>
            <a:fillRect/>
          </a:stretch>
        </p:blipFill>
        <p:spPr>
          <a:xfrm>
            <a:off x="2028825" y="778668"/>
            <a:ext cx="7772400" cy="19176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22F4A0-BFA4-F511-F1DD-CFDD08C423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374"/>
          <a:stretch>
            <a:fillRect/>
          </a:stretch>
        </p:blipFill>
        <p:spPr>
          <a:xfrm>
            <a:off x="2028825" y="2696279"/>
            <a:ext cx="7772400" cy="19280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A77BDE-D4EA-AEE1-0076-C4B4F58765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7470"/>
          <a:stretch>
            <a:fillRect/>
          </a:stretch>
        </p:blipFill>
        <p:spPr>
          <a:xfrm>
            <a:off x="1290648" y="114299"/>
            <a:ext cx="9248754" cy="6643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5E4A34-451F-EB47-092B-DB965CC1D8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2199"/>
          <a:stretch>
            <a:fillRect/>
          </a:stretch>
        </p:blipFill>
        <p:spPr>
          <a:xfrm>
            <a:off x="2028825" y="4624306"/>
            <a:ext cx="7772400" cy="19280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673C52F-11F5-6218-D7D2-7619AB8C2ADA}"/>
              </a:ext>
            </a:extLst>
          </p:cNvPr>
          <p:cNvSpPr txBox="1"/>
          <p:nvPr/>
        </p:nvSpPr>
        <p:spPr>
          <a:xfrm>
            <a:off x="1657409" y="786796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456355-73D2-796B-E5C2-DA4BC814A903}"/>
              </a:ext>
            </a:extLst>
          </p:cNvPr>
          <p:cNvSpPr txBox="1"/>
          <p:nvPr/>
        </p:nvSpPr>
        <p:spPr>
          <a:xfrm>
            <a:off x="1627755" y="2705551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F6E5BA-3445-AB0E-79E1-70B04094ED84}"/>
              </a:ext>
            </a:extLst>
          </p:cNvPr>
          <p:cNvSpPr txBox="1"/>
          <p:nvPr/>
        </p:nvSpPr>
        <p:spPr>
          <a:xfrm>
            <a:off x="1651799" y="4626594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c)</a:t>
            </a:r>
          </a:p>
        </p:txBody>
      </p:sp>
    </p:spTree>
    <p:extLst>
      <p:ext uri="{BB962C8B-B14F-4D97-AF65-F5344CB8AC3E}">
        <p14:creationId xmlns:p14="http://schemas.microsoft.com/office/powerpoint/2010/main" val="2999145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08C30B-0ACB-8538-22DF-9A1D128F9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3137"/>
            <a:ext cx="12192000" cy="63317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B1BB75-41CE-C6C5-D5E8-3B455B64F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0886"/>
            <a:ext cx="12192000" cy="643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004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Oliver Hares</dc:creator>
  <cp:revision>153</cp:revision>
  <dcterms:created xsi:type="dcterms:W3CDTF">2026-03-23T13:46:42Z</dcterms:created>
  <dcterms:modified xsi:type="dcterms:W3CDTF">2026-03-30T14:46:48Z</dcterms:modified>
</cp:coreProperties>
</file>